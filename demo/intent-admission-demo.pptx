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Two-minute readout. We built a running implementation of draft-jiang-oauth-intent-admission: an Admission Point that admits or refuses an agent's intent and issues a signed assertion the executor re-verifies. Everything is real — real OS reads, real HTTP, real crypto.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threat is a forged or unauthorized intent. The draft answers it with an Admission Point that issues a self-protecting assertion bound to the exact intent, single-use, short-lived, and an Execution Endpoint that re-verifies before acting. Our goal: build that whole pipeline, running, no special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one of the live demo: you pick a real scenario and tune it — who triggered it, whether you consented, the bandwidth, the connection type. Nothing is hard-coded; the gate decides on whatever you choose. And the trigger source is read from the OS — focus, idle, the connecting process's PID — not self-declared.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two: the gate runs six checks and reaches a verdict, sealed into a signed assertion. And it's real, not stubbed — operator policy is pulled over a real HTTP round-trip; you can see the 304 Not Modified served from the ETag cache, with latency. The assertion is Ed25519, bound to the exact intent; replay and tamper are blocked at the executor.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feedback: the draft currently defines only decision=admit. In practice an Admission Point needs more — we implemented Allow, Degrade, Reconfirm, Deny, plus consent reconciliation and constraints, and we'd like to bring that to the WG. We also learned originator auth is really OS-level capture, and that showing the transport evidence makes the re-verify property tangible. Next we'll align our token to the IAA claim names and add PoP.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Try it yourself — one zip, all three OSes, zero install: the gate, the executor, signed assertions running locally. Code and the draft are linked. Happy to run the full live demo.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0E8C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IETF 126 HACKATHON   ·   18–19 JULY 2026   ·   VIENNA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2801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running Admission Point for agent intents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Source &amp; User-Confirmation Verifier — a live gate that admits or refuses an agent's intent, then seals the verdict into a self-protecting assertion the executor re-verifies.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345643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3970">
            <a:solidFill>
              <a:srgbClr val="17B2A3"/>
            </a:solidFill>
            <a:prstDash val="solid"/>
          </a:ln>
          <a:effectLst>
            <a:outerShdw sx="100000" sy="100000" kx="0" ky="0" algn="bl" rotWithShape="0" blurRad="88900" dist="25400" dir="5400000">
              <a:srgbClr val="AFC0CB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4059936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POINT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4370832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· authorize · consent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4078224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70832" y="3931920"/>
            <a:ext cx="345643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3970">
            <a:solidFill>
              <a:srgbClr val="17B2A3"/>
            </a:solidFill>
            <a:prstDash val="solid"/>
          </a:ln>
          <a:effectLst>
            <a:outerShdw sx="100000" sy="100000" kx="0" ky="0" algn="bl" rotWithShape="0" blurRad="88900" dist="25400" dir="5400000">
              <a:srgbClr val="AFC0CB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35424" y="4059936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ADMISSION ASSERTION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35424" y="4370832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· intent-bound · single-use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45552" y="4078224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101584" y="3931920"/>
            <a:ext cx="345643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3970">
            <a:solidFill>
              <a:srgbClr val="17B2A3"/>
            </a:solidFill>
            <a:prstDash val="solid"/>
          </a:ln>
          <a:effectLst>
            <a:outerShdw sx="100000" sy="100000" kx="0" ky="0" algn="bl" rotWithShape="0" blurRad="88900" dist="25400" dir="5400000">
              <a:srgbClr val="AFC0CB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66176" y="4059936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ENDPOINT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66176" y="4370832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re-verify before acting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512064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 </a:t>
            </a:r>
            <a:pPr indent="0" marL="0">
              <a:buNone/>
            </a:pPr>
            <a:r>
              <a:rPr lang="en-US" sz="1300" dirty="0">
                <a:solidFill>
                  <a:srgbClr val="0E8C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draft-jiang-oauth-intent-admission-00</a:t>
            </a:r>
            <a:pPr indent="0" marL="0">
              <a:buNone/>
            </a:pPr>
            <a:r>
              <a:rPr lang="en-US" sz="1300" i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Intent Admission Assertions for Agentic Systems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557784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</a:t>
            </a:r>
            <a:pPr indent="0" marL="0">
              <a:buNone/>
            </a:pPr>
            <a:r>
              <a:rPr lang="en-US" sz="1250" dirty="0">
                <a:solidFill>
                  <a:srgbClr val="13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github.com/The-Architect-3906/gateway-intent-source-verifier</a:t>
            </a:r>
            <a:pPr indent="0" marL="0">
              <a:buNone/>
            </a:pPr>
            <a:r>
              <a:rPr lang="en-US" sz="125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presenter  </a:t>
            </a:r>
            <a:pPr indent="0" marL="0">
              <a:buNone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&lt;your name&gt;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Hackathon plan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27080" cy="960120"/>
          </a:xfrm>
          <a:prstGeom prst="roundRect">
            <a:avLst>
              <a:gd name="adj" fmla="val 8571"/>
            </a:avLst>
          </a:prstGeom>
          <a:solidFill>
            <a:srgbClr val="EEF4F7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FC0CB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5910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agent's intent can be acted on while </a:t>
            </a:r>
            <a:pPr indent="0" marL="0">
              <a:buNone/>
            </a:pPr>
            <a:r>
              <a:rPr lang="en-US" sz="15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forged or unauthorized</a:t>
            </a:r>
            <a:pPr indent="0" marL="0">
              <a:buNone/>
            </a:pPr>
            <a:r>
              <a:rPr lang="en-US" sz="15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origin, authorization, and consent unverified.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DC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FC0CB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25054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&amp; RFCs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1248" y="2816352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3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draft-jiang-oauth-intent-admission-00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composes JWT 7519 · RAR 9396 · PoP 7800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37744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DC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FC0CB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19088" y="25054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THIS HACKATHON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19088" y="2816352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Admission Point + Execution Endpoint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issuing &amp; re-verifying IAAs — end-to-end, no special hardware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9502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build — the pipeline: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345643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3970">
            <a:solidFill>
              <a:srgbClr val="17B2A3"/>
            </a:solidFill>
            <a:prstDash val="solid"/>
          </a:ln>
          <a:effectLst>
            <a:outerShdw sx="100000" sy="100000" kx="0" ky="0" algn="bl" rotWithShape="0" blurRad="88900" dist="25400" dir="5400000">
              <a:srgbClr val="AFC0CB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4672" y="4471416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POINT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" y="4782312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· authorize · consent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0" y="4489704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370832" y="4343400"/>
            <a:ext cx="345643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3970">
            <a:solidFill>
              <a:srgbClr val="17B2A3"/>
            </a:solidFill>
            <a:prstDash val="solid"/>
          </a:ln>
          <a:effectLst>
            <a:outerShdw sx="100000" sy="100000" kx="0" ky="0" algn="bl" rotWithShape="0" blurRad="88900" dist="25400" dir="5400000">
              <a:srgbClr val="AFC0CB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35424" y="4471416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ADMISSION ASSERTION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35424" y="4782312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· intent-bound · single-use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45552" y="4489704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101584" y="4343400"/>
            <a:ext cx="345643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3970">
            <a:solidFill>
              <a:srgbClr val="17B2A3"/>
            </a:solidFill>
            <a:prstDash val="solid"/>
          </a:ln>
          <a:effectLst>
            <a:outerShdw sx="100000" sy="100000" kx="0" ky="0" algn="bl" rotWithShape="0" blurRad="88900" dist="25400" dir="5400000">
              <a:srgbClr val="AFC0CB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66176" y="4471416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ENDPOINT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66176" y="4782312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re-verify before acting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IETF 126 Hackathon · Intent Source &amp; Confirmation Verifier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got done — ① pick a scenario, tune the request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6995160" cy="4945618"/>
          </a:xfrm>
          <a:prstGeom prst="roundRect">
            <a:avLst>
              <a:gd name="adj" fmla="val 1109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9DB2BE">
                <a:alpha val="35000"/>
              </a:srgbClr>
            </a:outerShdw>
          </a:effectLst>
        </p:spPr>
      </p:sp>
      <p:pic>
        <p:nvPicPr>
          <p:cNvPr id="4" name="Image 0" descr="C:\Users\Architect117\AppData\Local\Temp\claude\C--Users-Architect117-gateway-intent-source-verifier--claude-worktrees-amazing-kirch-cf295e\77f830b5-1500-47a9-add8-94a964e653fd\scratchpad/shot1-reque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903720" cy="48541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26680" y="1417320"/>
            <a:ext cx="3886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real situation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game · photo backup · OS update · delegated agent · suspicious grab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request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source · consent · bandwidth · connection type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hard-coded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decides on whatever you choose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read from the OS</a:t>
            </a:r>
            <a:endParaRPr lang="en-US" sz="1350" dirty="0"/>
          </a:p>
          <a:p>
            <a:pPr indent="0" marL="0">
              <a:buNone/>
            </a:pPr>
            <a:r>
              <a:rPr lang="en-US" sz="125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/ idle / process PID — not self-declared (🔎 panel)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IETF 126 Hackathon · Intent Source &amp; Confirmation Verifier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got done — ② the gate decides (real, not stubbed)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663440" y="1188720"/>
            <a:ext cx="6995160" cy="4945618"/>
          </a:xfrm>
          <a:prstGeom prst="roundRect">
            <a:avLst>
              <a:gd name="adj" fmla="val 1109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9DB2BE">
                <a:alpha val="35000"/>
              </a:srgbClr>
            </a:outerShdw>
          </a:effectLst>
        </p:spPr>
      </p:sp>
      <p:pic>
        <p:nvPicPr>
          <p:cNvPr id="4" name="Image 0" descr="C:\Users\Architect117\AppData\Local\Temp\claude\C--Users-Architect117-gateway-intent-source-verifier--claude-worktrees-amazing-kirch-cf295e\77f830b5-1500-47a9-add8-94a964e653fd\scratchpad/shot3-trans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234440"/>
            <a:ext cx="6903720" cy="48541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17320"/>
            <a:ext cx="3886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checks run in order → a verdict, sealed into a signed assertion.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not stubbed: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policy over real HTTP — ETag 200 → 304, live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 assertion, bound to the exact intent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(jti) + tamper blocked at the EE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E73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github.com/The-Architect-3906/gateway-intent-source-verifier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all-OS · 142 tests · 100% coverage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IETF 126 Hackathon · Intent Source &amp; Confirmation Verifier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 · feedback to the WG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27080" cy="1371600"/>
          </a:xfrm>
          <a:prstGeom prst="roundRect">
            <a:avLst>
              <a:gd name="adj" fmla="val 6000"/>
            </a:avLst>
          </a:prstGeom>
          <a:solidFill>
            <a:srgbClr val="FBF3E4"/>
          </a:solidFill>
          <a:ln w="15875">
            <a:solidFill>
              <a:srgbClr val="B9791A"/>
            </a:solidFill>
            <a:prstDash val="solid"/>
          </a:ln>
          <a:effectLst>
            <a:outerShdw sx="100000" sy="100000" kx="0" ky="0" algn="bl" rotWithShape="0" blurRad="88900" dist="25400" dir="5400000">
              <a:srgbClr val="AFC0CB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3167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B9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SET — concrete proposal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68680" y="1627632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draft defines </a:t>
            </a:r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3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decision: "admit"</a:t>
            </a:r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only. A real AP needs more — we implemented </a:t>
            </a:r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· Degrade · Reconfirm · Deny</a:t>
            </a:r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plus consent reconciliation and a constraints envelope. We propose this richer decision set to the WG.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13232" y="2880360"/>
            <a:ext cx="5989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Originator authentication, in practice, is OS-level signals (focus / idle / lock / PID) — maps cleanly to the draft's originator class + execution context.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Surfacing transport evidence (status / ETag / latency) makes “self-protecting + re-verify” concrete — worth an implementation-guidance note.</a:t>
            </a:r>
            <a:endParaRPr lang="en-US" sz="135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align token claims to IAA names (jti / cnf / intent_ref); add audience + PoP (cnf); exercise delegated-presenter mode.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903720" y="2880360"/>
            <a:ext cx="4709160" cy="3338274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127000" dist="38100" dir="5400000">
              <a:srgbClr val="9DB2BE">
                <a:alpha val="35000"/>
              </a:srgbClr>
            </a:outerShdw>
          </a:effectLst>
        </p:spPr>
      </p:sp>
      <p:pic>
        <p:nvPicPr>
          <p:cNvPr id="8" name="Image 0" descr="C:\Users\Architect117\AppData\Local\Temp\claude\C--Users-Architect117-gateway-intent-source-verifier--claude-worktrees-amazing-kirch-cf295e\77f830b5-1500-47a9-add8-94a964e653fd\scratchpad/shot4-execu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926080"/>
            <a:ext cx="4617720" cy="32468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49440" y="619963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 re-verify: replay blocked live.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IETF 126 Hackathon · Intent Source &amp; Confirmation Verifier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 up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full Admission Point yourself — one click, all platforms, zero install.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766560" cy="1417320"/>
          </a:xfrm>
          <a:prstGeom prst="roundRect">
            <a:avLst>
              <a:gd name="adj" fmla="val 6452"/>
            </a:avLst>
          </a:prstGeom>
          <a:solidFill>
            <a:srgbClr val="E6F5F2"/>
          </a:solidFill>
          <a:ln w="19050">
            <a:solidFill>
              <a:srgbClr val="17B2A3"/>
            </a:solidFill>
            <a:prstDash val="solid"/>
          </a:ln>
          <a:effectLst>
            <a:outerShdw sx="100000" sy="100000" kx="0" ky="0" algn="bl" rotWithShape="0" blurRad="88900" dist="25400" dir="5400000">
              <a:srgbClr val="AFC0CB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305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40487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tool1-demo-all-platforms.zip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907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· macOS · Windows — the gate, the executor, signed assertions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0" y="1965960"/>
            <a:ext cx="3886200" cy="1417320"/>
          </a:xfrm>
          <a:prstGeom prst="roundRect">
            <a:avLst>
              <a:gd name="adj" fmla="val 6452"/>
            </a:avLst>
          </a:prstGeom>
          <a:solidFill>
            <a:srgbClr val="EEF4F7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88900" dist="25400" dir="5400000">
              <a:srgbClr val="AFC0CB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882128" y="21305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DRAFT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82128" y="24048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github.com/The-Architect-3906/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gateway-intent-source-verifier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882128" y="29992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8C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draft-jiang-oauth-intent-admission-00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8368" y="3840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</a:t>
            </a:r>
            <a:pPr indent="0" marL="0">
              <a:buNone/>
            </a:pPr>
            <a:r>
              <a:rPr lang="en-US" sz="14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&lt;your name&gt;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</a:t>
            </a:r>
            <a:pPr indent="0" marL="0">
              <a:buNone/>
            </a:pPr>
            <a:r>
              <a:rPr lang="en-US" sz="1400" i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run the live demo.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" y="5074920"/>
            <a:ext cx="137160" cy="137160"/>
          </a:xfrm>
          <a:prstGeom prst="ellipse">
            <a:avLst/>
          </a:prstGeom>
          <a:solidFill>
            <a:srgbClr val="17B2A3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" y="49377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5256" y="52578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· authorize · consent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70248" y="5074920"/>
            <a:ext cx="137160" cy="137160"/>
          </a:xfrm>
          <a:prstGeom prst="ellipse">
            <a:avLst/>
          </a:prstGeom>
          <a:solidFill>
            <a:srgbClr val="17B2A3"/>
          </a:solidFill>
          <a:ln/>
        </p:spPr>
      </p:sp>
      <p:sp>
        <p:nvSpPr>
          <p:cNvPr id="17" name="Text 15"/>
          <p:cNvSpPr/>
          <p:nvPr/>
        </p:nvSpPr>
        <p:spPr>
          <a:xfrm>
            <a:off x="4517136" y="49377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17136" y="52578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· intent-bound · single-use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82128" y="5074920"/>
            <a:ext cx="137160" cy="137160"/>
          </a:xfrm>
          <a:prstGeom prst="ellipse">
            <a:avLst/>
          </a:prstGeom>
          <a:solidFill>
            <a:srgbClr val="17B2A3"/>
          </a:solidFill>
          <a:ln/>
        </p:spPr>
      </p:sp>
      <p:sp>
        <p:nvSpPr>
          <p:cNvPr id="20" name="Text 18"/>
          <p:cNvSpPr/>
          <p:nvPr/>
        </p:nvSpPr>
        <p:spPr>
          <a:xfrm>
            <a:off x="8129016" y="49377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29016" y="52578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re-verify before acting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IETF 126 Hackathon · Intent Source &amp; Confirmation Verifier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IETF 126 Hackathon — Intent Admission</dc:title>
  <dc:subject>PptxGenJS Presentation</dc:subject>
  <dc:creator>Intent Source &amp; User Confirmation Verifier</dc:creator>
  <cp:lastModifiedBy>Intent Source &amp; User Confirmation Verifier</cp:lastModifiedBy>
  <cp:revision>1</cp:revision>
  <dcterms:created xsi:type="dcterms:W3CDTF">2026-06-30T12:56:04Z</dcterms:created>
  <dcterms:modified xsi:type="dcterms:W3CDTF">2026-06-30T12:56:04Z</dcterms:modified>
</cp:coreProperties>
</file>